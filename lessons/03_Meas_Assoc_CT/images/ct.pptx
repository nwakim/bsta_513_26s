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8"/>
  </p:normalViewPr>
  <p:slideViewPr>
    <p:cSldViewPr snapToGrid="0">
      <p:cViewPr varScale="1">
        <p:scale>
          <a:sx n="112" d="100"/>
          <a:sy n="112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AA267-C068-F3CF-2B07-F4EEC4DA7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77A895-14DB-A158-BDC4-C417097233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85539-FEDB-8D0A-4577-8E89A414A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456B-7AB9-C141-AB5F-1954BC2888BA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45186-BAC4-46F2-9B1D-BE9CB3EDA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651C8-0B87-DCEB-2A92-A5846E469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3C40-C71F-4D46-ABA5-71D076822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94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67F6-F5FD-9FA4-977A-A97FD74DC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93DD5-E540-ECE2-AC95-381BC8343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DD0D9-8F6F-DCEE-D147-840DDCA4C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456B-7AB9-C141-AB5F-1954BC2888BA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C5406-4AB5-3946-EACB-D2BE4638F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FC8AB-B7B0-92F8-CCEE-66FE89FA3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3C40-C71F-4D46-ABA5-71D076822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548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0E6C9-93E1-DF38-060C-BABFF3611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0840D-C38E-8174-B32E-9DF7BE137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1B612-3DA0-C0A7-5A4D-1AF2ADC1A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456B-7AB9-C141-AB5F-1954BC2888BA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E8A52-110A-DDD5-C5F0-A51D82479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DEE1E-7422-387A-6A7E-472A0D713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3C40-C71F-4D46-ABA5-71D076822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03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CDB5E-1A5A-B032-063B-A6E6215F8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6421B-EBD4-FC61-0694-77AA2FCBD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F64760-2C8F-B577-5C70-6EEA09001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7CBA3-8CA4-17CE-AA6A-081EC7F7D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456B-7AB9-C141-AB5F-1954BC2888BA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1A6EE-4F84-B148-A4E0-B98C1C19E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1990E-3632-82F6-A81B-7BA20D586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3C40-C71F-4D46-ABA5-71D076822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12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0BC10-B5E5-A6CF-01F4-9BCE973D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5F0AC-4227-5C98-6CC5-27E6040F5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B0158-FF88-ED11-918A-3A9BD3691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F28639-6381-BE9C-48B9-900D2E761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493921-A259-FF2A-DFB2-6DB6EFE92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9C9F9D-5F46-01A5-419B-1D5054F5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456B-7AB9-C141-AB5F-1954BC2888BA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F4203-4AC4-86B1-504F-10D69FEB7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27A51B-4DAD-9119-1752-2A57141E6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3C40-C71F-4D46-ABA5-71D076822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3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5011-3986-533B-C704-665161422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2FE9F3-AE00-0652-6DF3-18E945E56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456B-7AB9-C141-AB5F-1954BC2888BA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A9D900-D759-FB4E-84E7-04F92F33F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CB361D-2674-A603-9476-7D7BAF58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3C40-C71F-4D46-ABA5-71D076822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34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DF939B-0E90-2936-6E2E-D7DB34C92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456B-7AB9-C141-AB5F-1954BC2888BA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E5135-31C8-A766-3FAB-864DBA900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DD8FE-7EDA-273D-B7AE-B6A78880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3C40-C71F-4D46-ABA5-71D076822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63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821D7-1D88-347C-1FA8-9EE9A635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6769B-BAC4-788C-4031-5DF5A55B5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D17BE-9EF8-1829-1650-14AB68FDC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86CE5-E2EE-0D46-2DDB-D2DDFB3CB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456B-7AB9-C141-AB5F-1954BC2888BA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104C0-E96F-8FBD-89BE-DCD0F7EF4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4860D-AC2D-6F37-962C-7D8106473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3C40-C71F-4D46-ABA5-71D076822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65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564F4-1D60-421F-7DF3-217B42526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87384B-4039-24CC-1C69-CB0AD24A8D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8341B-7C4D-437D-34D7-85DDD8C88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E91F2-67C8-4C9E-931A-DAA142D36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456B-7AB9-C141-AB5F-1954BC2888BA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2AD7B-9BC1-CD3C-15CB-91A0A68B9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B3515-0E21-6E19-E4C3-7C62F5CB1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3C40-C71F-4D46-ABA5-71D076822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21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9275C-1CBB-3285-83AC-BF2B121DB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F69FD-26B7-B097-D8E9-447B719C9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F6FA2-319B-026F-5BB0-4E714C3E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456B-7AB9-C141-AB5F-1954BC2888BA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5B337-E92D-588F-F7D9-64BAD7A0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D63A8-1658-3593-4A3A-E1F8BA7B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3C40-C71F-4D46-ABA5-71D076822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21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047B61-4BD0-667B-095C-69C562DEA5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0AC6CA-FAED-7DE4-BA06-EAF32D0D5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837EE-AC1A-5950-F490-BE6D128E0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456B-7AB9-C141-AB5F-1954BC2888BA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FDCDB-04CE-5A7F-CEF9-B8DAF5007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5BC91-ECA2-AB70-793B-466BBEC5B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3C40-C71F-4D46-ABA5-71D076822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97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DB18B0-61A8-8D2D-2E27-86E41EA62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10152-C041-0943-DB01-BAE465EF6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55F3C-7712-29B2-B964-0107A4E86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E456B-7AB9-C141-AB5F-1954BC2888BA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C5A3F-497D-9D29-19EE-6DF931DB1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C1DE3-81EE-7A55-F6A5-2CD65E964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F3C40-C71F-4D46-ABA5-71D076822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36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4A3BD-D5A2-8B43-3F68-D732A84A1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1681F-DACB-F05B-C9A2-1BDA5FA030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04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DD5177-504C-E419-394F-12F12251A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596506"/>
              </p:ext>
            </p:extLst>
          </p:nvPr>
        </p:nvGraphicFramePr>
        <p:xfrm>
          <a:off x="2032000" y="719666"/>
          <a:ext cx="5408930" cy="185420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432243">
                  <a:extLst>
                    <a:ext uri="{9D8B030D-6E8A-4147-A177-3AD203B41FA5}">
                      <a16:colId xmlns:a16="http://schemas.microsoft.com/office/drawing/2014/main" val="1119326435"/>
                    </a:ext>
                  </a:extLst>
                </a:gridCol>
                <a:gridCol w="1432243">
                  <a:extLst>
                    <a:ext uri="{9D8B030D-6E8A-4147-A177-3AD203B41FA5}">
                      <a16:colId xmlns:a16="http://schemas.microsoft.com/office/drawing/2014/main" val="2226315093"/>
                    </a:ext>
                  </a:extLst>
                </a:gridCol>
                <a:gridCol w="1432243">
                  <a:extLst>
                    <a:ext uri="{9D8B030D-6E8A-4147-A177-3AD203B41FA5}">
                      <a16:colId xmlns:a16="http://schemas.microsoft.com/office/drawing/2014/main" val="3974364938"/>
                    </a:ext>
                  </a:extLst>
                </a:gridCol>
                <a:gridCol w="1112201">
                  <a:extLst>
                    <a:ext uri="{9D8B030D-6E8A-4147-A177-3AD203B41FA5}">
                      <a16:colId xmlns:a16="http://schemas.microsoft.com/office/drawing/2014/main" val="2987115445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Explanatory Variable</a:t>
                      </a:r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Response Variable</a:t>
                      </a:r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4405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Failure (0)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Success (1)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264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10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11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100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20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21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10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</a:t>
                      </a:r>
                      <a:r>
                        <a:rPr lang="en-US" baseline="-25000" dirty="0" err="1"/>
                        <a:t>F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</a:t>
                      </a:r>
                      <a:r>
                        <a:rPr lang="en-US" baseline="-25000" dirty="0" err="1"/>
                        <a:t>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223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845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27</Words>
  <Application>Microsoft Macintosh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Nicky Wakim</dc:creator>
  <cp:lastModifiedBy>Nicky Wakim</cp:lastModifiedBy>
  <cp:revision>1</cp:revision>
  <dcterms:created xsi:type="dcterms:W3CDTF">2026-03-31T19:32:59Z</dcterms:created>
  <dcterms:modified xsi:type="dcterms:W3CDTF">2026-03-31T20:03:46Z</dcterms:modified>
</cp:coreProperties>
</file>